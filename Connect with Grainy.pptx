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2020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7325928"/>
            <a:ext cx="12325350" cy="2962275"/>
          </a:xfrm>
          <a:custGeom>
            <a:avLst/>
            <a:gdLst/>
            <a:ahLst/>
            <a:cxnLst/>
            <a:rect l="l" t="t" r="r" b="b"/>
            <a:pathLst>
              <a:path w="12325350" h="2962275">
                <a:moveTo>
                  <a:pt x="12325350" y="2962275"/>
                </a:moveTo>
                <a:lnTo>
                  <a:pt x="0" y="2962275"/>
                </a:lnTo>
                <a:lnTo>
                  <a:pt x="0" y="0"/>
                </a:lnTo>
                <a:lnTo>
                  <a:pt x="12325350" y="0"/>
                </a:lnTo>
                <a:lnTo>
                  <a:pt x="12325350" y="2962275"/>
                </a:lnTo>
                <a:close/>
              </a:path>
            </a:pathLst>
          </a:custGeom>
          <a:solidFill>
            <a:srgbClr val="1F6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00" y="771555"/>
            <a:ext cx="16256000" cy="5626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03850" y="7826378"/>
            <a:ext cx="15680299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1F6A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6724650" cy="10287000"/>
          </a:xfrm>
          <a:custGeom>
            <a:avLst/>
            <a:gdLst/>
            <a:ahLst/>
            <a:cxnLst/>
            <a:rect l="l" t="t" r="r" b="b"/>
            <a:pathLst>
              <a:path w="6724650" h="10287000">
                <a:moveTo>
                  <a:pt x="672465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724650" y="0"/>
                </a:lnTo>
                <a:lnTo>
                  <a:pt x="6724650" y="10287000"/>
                </a:lnTo>
                <a:close/>
              </a:path>
            </a:pathLst>
          </a:custGeom>
          <a:solidFill>
            <a:srgbClr val="2020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2020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7841" y="448025"/>
            <a:ext cx="11392317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91127" y="3950127"/>
            <a:ext cx="14705745" cy="591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1F6AF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771555"/>
            <a:ext cx="7433309" cy="5626100"/>
          </a:xfrm>
          <a:prstGeom prst="rect">
            <a:avLst/>
          </a:prstGeom>
        </p:spPr>
        <p:txBody>
          <a:bodyPr wrap="square" lIns="0" tIns="215900" rIns="0" bIns="0" rtlCol="0" vert="horz">
            <a:spAutoFit/>
          </a:bodyPr>
          <a:lstStyle/>
          <a:p>
            <a:pPr marL="12700" marR="5080">
              <a:lnSpc>
                <a:spcPts val="14250"/>
              </a:lnSpc>
              <a:spcBef>
                <a:spcPts val="1700"/>
              </a:spcBef>
            </a:pPr>
            <a:r>
              <a:rPr dirty="0" sz="13000" spc="-805" b="1">
                <a:solidFill>
                  <a:srgbClr val="FFFFFF"/>
                </a:solidFill>
                <a:latin typeface="Arial"/>
                <a:cs typeface="Arial"/>
              </a:rPr>
              <a:t>PLEDGE  </a:t>
            </a:r>
            <a:r>
              <a:rPr dirty="0" sz="13000" spc="-380" b="1">
                <a:solidFill>
                  <a:srgbClr val="FFFFFF"/>
                </a:solidFill>
                <a:latin typeface="Arial"/>
                <a:cs typeface="Arial"/>
              </a:rPr>
              <a:t>YOUR  </a:t>
            </a:r>
            <a:r>
              <a:rPr dirty="0" sz="13000" spc="-819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3000" spc="-275" b="1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13000" spc="-815" b="1">
                <a:solidFill>
                  <a:srgbClr val="FFFFFF"/>
                </a:solidFill>
                <a:latin typeface="Arial"/>
                <a:cs typeface="Arial"/>
              </a:rPr>
              <a:t>PP</a:t>
            </a:r>
            <a:r>
              <a:rPr dirty="0" sz="13000" spc="3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3000" spc="-117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3000" spc="-68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endParaRPr sz="13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3850" y="7826378"/>
            <a:ext cx="10018395" cy="1435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59250" marR="5080" indent="-4147185">
              <a:lnSpc>
                <a:spcPct val="115599"/>
              </a:lnSpc>
              <a:spcBef>
                <a:spcPts val="100"/>
              </a:spcBef>
            </a:pPr>
            <a:r>
              <a:rPr dirty="0" sz="4000" spc="5">
                <a:solidFill>
                  <a:srgbClr val="FFFFFF"/>
                </a:solidFill>
                <a:latin typeface="Verdana"/>
                <a:cs typeface="Verdana"/>
              </a:rPr>
              <a:t>Connect</a:t>
            </a:r>
            <a:r>
              <a:rPr dirty="0" sz="4000" spc="-43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4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dirty="0" sz="4000" spc="-43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95">
                <a:solidFill>
                  <a:srgbClr val="FFFFFF"/>
                </a:solidFill>
                <a:latin typeface="Verdana"/>
                <a:cs typeface="Verdana"/>
              </a:rPr>
              <a:t>Grainy</a:t>
            </a:r>
            <a:r>
              <a:rPr dirty="0" sz="4000" spc="-43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55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dirty="0" sz="4000" spc="-43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85">
                <a:solidFill>
                  <a:srgbClr val="FFFFFF"/>
                </a:solidFill>
                <a:latin typeface="Verdana"/>
                <a:cs typeface="Verdana"/>
              </a:rPr>
              <a:t>serve</a:t>
            </a:r>
            <a:r>
              <a:rPr dirty="0" sz="4000" spc="-43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4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dirty="0" sz="4000" spc="-43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55">
                <a:solidFill>
                  <a:srgbClr val="FFFFFF"/>
                </a:solidFill>
                <a:latin typeface="Verdana"/>
                <a:cs typeface="Verdana"/>
              </a:rPr>
              <a:t>needy  </a:t>
            </a:r>
            <a:r>
              <a:rPr dirty="0" sz="4000" spc="10">
                <a:solidFill>
                  <a:srgbClr val="FFFFFF"/>
                </a:solidFill>
                <a:latin typeface="Verdana"/>
                <a:cs typeface="Verdana"/>
              </a:rPr>
              <a:t>people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5" y="0"/>
            <a:ext cx="18278475" cy="3371850"/>
          </a:xfrm>
          <a:custGeom>
            <a:avLst/>
            <a:gdLst/>
            <a:ahLst/>
            <a:cxnLst/>
            <a:rect l="l" t="t" r="r" b="b"/>
            <a:pathLst>
              <a:path w="18278475" h="3371850">
                <a:moveTo>
                  <a:pt x="0" y="0"/>
                </a:moveTo>
                <a:lnTo>
                  <a:pt x="18278460" y="0"/>
                </a:lnTo>
                <a:lnTo>
                  <a:pt x="18278460" y="3371849"/>
                </a:lnTo>
                <a:lnTo>
                  <a:pt x="0" y="3371849"/>
                </a:lnTo>
                <a:lnTo>
                  <a:pt x="0" y="0"/>
                </a:lnTo>
                <a:close/>
              </a:path>
            </a:pathLst>
          </a:custGeom>
          <a:solidFill>
            <a:srgbClr val="1F6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1366" y="260599"/>
            <a:ext cx="13221969" cy="2644775"/>
          </a:xfrm>
          <a:prstGeom prst="rect"/>
        </p:spPr>
        <p:txBody>
          <a:bodyPr wrap="square" lIns="0" tIns="838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dirty="0" sz="7150" spc="280" b="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dirty="0" sz="7150" spc="-2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150" spc="450" b="0">
                <a:solidFill>
                  <a:srgbClr val="FFFFFF"/>
                </a:solidFill>
                <a:latin typeface="Arial"/>
                <a:cs typeface="Arial"/>
              </a:rPr>
              <a:t>Statement</a:t>
            </a:r>
            <a:endParaRPr sz="71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9000" spc="365" b="0">
                <a:solidFill>
                  <a:srgbClr val="FFFFFF"/>
                </a:solidFill>
                <a:latin typeface="Arial"/>
                <a:cs typeface="Arial"/>
              </a:rPr>
              <a:t>Left </a:t>
            </a:r>
            <a:r>
              <a:rPr dirty="0" sz="9000" spc="145" b="0">
                <a:solidFill>
                  <a:srgbClr val="FFFFFF"/>
                </a:solidFill>
                <a:latin typeface="Arial"/>
                <a:cs typeface="Arial"/>
              </a:rPr>
              <a:t>Over </a:t>
            </a:r>
            <a:r>
              <a:rPr dirty="0" sz="9000" spc="245" b="0">
                <a:solidFill>
                  <a:srgbClr val="FFFFFF"/>
                </a:solidFill>
                <a:latin typeface="Arial"/>
                <a:cs typeface="Arial"/>
              </a:rPr>
              <a:t>Food</a:t>
            </a:r>
            <a:r>
              <a:rPr dirty="0" sz="9000" spc="-142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0" spc="509" b="0">
                <a:solidFill>
                  <a:srgbClr val="FFFFFF"/>
                </a:solidFill>
                <a:latin typeface="Arial"/>
                <a:cs typeface="Arial"/>
              </a:rPr>
              <a:t>Wastage</a:t>
            </a:r>
            <a:endParaRPr sz="9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176" y="3720089"/>
            <a:ext cx="18111470" cy="4993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202815" marR="2195195">
              <a:lnSpc>
                <a:spcPct val="115500"/>
              </a:lnSpc>
              <a:spcBef>
                <a:spcPts val="95"/>
              </a:spcBef>
            </a:pPr>
            <a:r>
              <a:rPr dirty="0" sz="4600" spc="45" b="1">
                <a:solidFill>
                  <a:srgbClr val="1F6AFF"/>
                </a:solidFill>
                <a:latin typeface="Arial"/>
                <a:cs typeface="Arial"/>
              </a:rPr>
              <a:t>The</a:t>
            </a:r>
            <a:r>
              <a:rPr dirty="0" sz="4600" spc="-195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600" spc="114" b="1">
                <a:solidFill>
                  <a:srgbClr val="1F6AFF"/>
                </a:solidFill>
                <a:latin typeface="Arial"/>
                <a:cs typeface="Arial"/>
              </a:rPr>
              <a:t>objective</a:t>
            </a:r>
            <a:r>
              <a:rPr dirty="0" sz="4600" spc="-195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600" spc="160" b="1">
                <a:solidFill>
                  <a:srgbClr val="1F6AFF"/>
                </a:solidFill>
                <a:latin typeface="Arial"/>
                <a:cs typeface="Arial"/>
              </a:rPr>
              <a:t>of</a:t>
            </a:r>
            <a:r>
              <a:rPr dirty="0" sz="4600" spc="-190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600" spc="90" b="1">
                <a:solidFill>
                  <a:srgbClr val="1F6AFF"/>
                </a:solidFill>
                <a:latin typeface="Arial"/>
                <a:cs typeface="Arial"/>
              </a:rPr>
              <a:t>our</a:t>
            </a:r>
            <a:r>
              <a:rPr dirty="0" sz="4600" spc="-195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600" spc="40" b="1">
                <a:solidFill>
                  <a:srgbClr val="1F6AFF"/>
                </a:solidFill>
                <a:latin typeface="Arial"/>
                <a:cs typeface="Arial"/>
              </a:rPr>
              <a:t>system</a:t>
            </a:r>
            <a:r>
              <a:rPr dirty="0" sz="4600" spc="-190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600" spc="-114" b="1">
                <a:solidFill>
                  <a:srgbClr val="1F6AFF"/>
                </a:solidFill>
                <a:latin typeface="Arial"/>
                <a:cs typeface="Arial"/>
              </a:rPr>
              <a:t>is</a:t>
            </a:r>
            <a:r>
              <a:rPr dirty="0" sz="4600" spc="-195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600" spc="229" b="1">
                <a:solidFill>
                  <a:srgbClr val="1F6AFF"/>
                </a:solidFill>
                <a:latin typeface="Arial"/>
                <a:cs typeface="Arial"/>
              </a:rPr>
              <a:t>to</a:t>
            </a:r>
            <a:r>
              <a:rPr dirty="0" sz="4600" spc="-190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600" spc="114" b="1">
                <a:solidFill>
                  <a:srgbClr val="1F6AFF"/>
                </a:solidFill>
                <a:latin typeface="Arial"/>
                <a:cs typeface="Arial"/>
              </a:rPr>
              <a:t>enable</a:t>
            </a:r>
            <a:r>
              <a:rPr dirty="0" sz="4600" spc="-195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600" spc="55" b="1">
                <a:solidFill>
                  <a:srgbClr val="1F6AFF"/>
                </a:solidFill>
                <a:latin typeface="Arial"/>
                <a:cs typeface="Arial"/>
              </a:rPr>
              <a:t>a</a:t>
            </a:r>
            <a:r>
              <a:rPr dirty="0" sz="4600" spc="-195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600" spc="50" b="1">
                <a:solidFill>
                  <a:srgbClr val="1F6AFF"/>
                </a:solidFill>
                <a:latin typeface="Arial"/>
                <a:cs typeface="Arial"/>
              </a:rPr>
              <a:t>link</a:t>
            </a:r>
            <a:r>
              <a:rPr dirty="0" sz="4600" spc="-190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600" spc="160" b="1">
                <a:solidFill>
                  <a:srgbClr val="1F6AFF"/>
                </a:solidFill>
                <a:latin typeface="Arial"/>
                <a:cs typeface="Arial"/>
              </a:rPr>
              <a:t>of  </a:t>
            </a:r>
            <a:r>
              <a:rPr dirty="0" sz="4600" spc="95" b="1">
                <a:solidFill>
                  <a:srgbClr val="1F6AFF"/>
                </a:solidFill>
                <a:latin typeface="Arial"/>
                <a:cs typeface="Arial"/>
              </a:rPr>
              <a:t>communication </a:t>
            </a:r>
            <a:r>
              <a:rPr dirty="0" sz="4600" spc="100" b="1">
                <a:solidFill>
                  <a:srgbClr val="1F6AFF"/>
                </a:solidFill>
                <a:latin typeface="Arial"/>
                <a:cs typeface="Arial"/>
              </a:rPr>
              <a:t>and </a:t>
            </a:r>
            <a:r>
              <a:rPr dirty="0" sz="4600" spc="130" b="1">
                <a:solidFill>
                  <a:srgbClr val="1F6AFF"/>
                </a:solidFill>
                <a:latin typeface="Arial"/>
                <a:cs typeface="Arial"/>
              </a:rPr>
              <a:t>interaction </a:t>
            </a:r>
            <a:r>
              <a:rPr dirty="0" sz="4600" spc="30" b="1">
                <a:solidFill>
                  <a:srgbClr val="1F6AFF"/>
                </a:solidFill>
                <a:latin typeface="Arial"/>
                <a:cs typeface="Arial"/>
              </a:rPr>
              <a:t>among </a:t>
            </a:r>
            <a:r>
              <a:rPr dirty="0" sz="4600" spc="-20" b="1">
                <a:solidFill>
                  <a:srgbClr val="1F6AFF"/>
                </a:solidFill>
                <a:latin typeface="Arial"/>
                <a:cs typeface="Arial"/>
              </a:rPr>
              <a:t>NGO's,  </a:t>
            </a:r>
            <a:r>
              <a:rPr dirty="0" sz="4600" spc="40" b="1">
                <a:solidFill>
                  <a:srgbClr val="1F6AFF"/>
                </a:solidFill>
                <a:latin typeface="Arial"/>
                <a:cs typeface="Arial"/>
              </a:rPr>
              <a:t>donors </a:t>
            </a:r>
            <a:r>
              <a:rPr dirty="0" sz="4600" spc="100" b="1">
                <a:solidFill>
                  <a:srgbClr val="1F6AFF"/>
                </a:solidFill>
                <a:latin typeface="Arial"/>
                <a:cs typeface="Arial"/>
              </a:rPr>
              <a:t>and </a:t>
            </a:r>
            <a:r>
              <a:rPr dirty="0" sz="4600" spc="204" b="1">
                <a:solidFill>
                  <a:srgbClr val="1F6AFF"/>
                </a:solidFill>
                <a:latin typeface="Arial"/>
                <a:cs typeface="Arial"/>
              </a:rPr>
              <a:t>the</a:t>
            </a:r>
            <a:r>
              <a:rPr dirty="0" sz="4600" spc="-735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600" spc="100" b="1">
                <a:solidFill>
                  <a:srgbClr val="1F6AFF"/>
                </a:solidFill>
                <a:latin typeface="Arial"/>
                <a:cs typeface="Arial"/>
              </a:rPr>
              <a:t>needy.</a:t>
            </a:r>
            <a:endParaRPr sz="4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5750">
              <a:latin typeface="Arial"/>
              <a:cs typeface="Arial"/>
            </a:endParaRPr>
          </a:p>
          <a:p>
            <a:pPr algn="ctr" marL="12700" marR="5080">
              <a:lnSpc>
                <a:spcPct val="115900"/>
              </a:lnSpc>
            </a:pPr>
            <a:r>
              <a:rPr dirty="0" sz="4800" spc="320" b="1">
                <a:solidFill>
                  <a:srgbClr val="1F6AFF"/>
                </a:solidFill>
                <a:latin typeface="Arial"/>
                <a:cs typeface="Arial"/>
              </a:rPr>
              <a:t>It</a:t>
            </a:r>
            <a:r>
              <a:rPr dirty="0" sz="4800" spc="-210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-114" b="1">
                <a:solidFill>
                  <a:srgbClr val="1F6AFF"/>
                </a:solidFill>
                <a:latin typeface="Arial"/>
                <a:cs typeface="Arial"/>
              </a:rPr>
              <a:t>is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65" b="1">
                <a:solidFill>
                  <a:srgbClr val="1F6AFF"/>
                </a:solidFill>
                <a:latin typeface="Arial"/>
                <a:cs typeface="Arial"/>
              </a:rPr>
              <a:t>crucial</a:t>
            </a:r>
            <a:r>
              <a:rPr dirty="0" sz="4800" spc="-210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160" b="1">
                <a:solidFill>
                  <a:srgbClr val="1F6AFF"/>
                </a:solidFill>
                <a:latin typeface="Arial"/>
                <a:cs typeface="Arial"/>
              </a:rPr>
              <a:t>for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114" b="1">
                <a:solidFill>
                  <a:srgbClr val="1F6AFF"/>
                </a:solidFill>
                <a:latin typeface="Arial"/>
                <a:cs typeface="Arial"/>
              </a:rPr>
              <a:t>all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40" b="1">
                <a:solidFill>
                  <a:srgbClr val="1F6AFF"/>
                </a:solidFill>
                <a:latin typeface="Arial"/>
                <a:cs typeface="Arial"/>
              </a:rPr>
              <a:t>NGO</a:t>
            </a:r>
            <a:r>
              <a:rPr dirty="0" sz="4800" spc="-210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100" b="1">
                <a:solidFill>
                  <a:srgbClr val="1F6AFF"/>
                </a:solidFill>
                <a:latin typeface="Arial"/>
                <a:cs typeface="Arial"/>
              </a:rPr>
              <a:t>volunteers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240" b="1">
                <a:solidFill>
                  <a:srgbClr val="1F6AFF"/>
                </a:solidFill>
                <a:latin typeface="Arial"/>
                <a:cs typeface="Arial"/>
              </a:rPr>
              <a:t>to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114" b="1">
                <a:solidFill>
                  <a:srgbClr val="1F6AFF"/>
                </a:solidFill>
                <a:latin typeface="Arial"/>
                <a:cs typeface="Arial"/>
              </a:rPr>
              <a:t>communicate</a:t>
            </a:r>
            <a:r>
              <a:rPr dirty="0" sz="4800" spc="-210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150" b="1">
                <a:solidFill>
                  <a:srgbClr val="1F6AFF"/>
                </a:solidFill>
                <a:latin typeface="Arial"/>
                <a:cs typeface="Arial"/>
              </a:rPr>
              <a:t>with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70" b="1">
                <a:solidFill>
                  <a:srgbClr val="1F6AFF"/>
                </a:solidFill>
                <a:latin typeface="Arial"/>
                <a:cs typeface="Arial"/>
              </a:rPr>
              <a:t>each  </a:t>
            </a:r>
            <a:r>
              <a:rPr dirty="0" sz="4800" spc="170" b="1">
                <a:solidFill>
                  <a:srgbClr val="1F6AFF"/>
                </a:solidFill>
                <a:latin typeface="Arial"/>
                <a:cs typeface="Arial"/>
              </a:rPr>
              <a:t>other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75" b="1">
                <a:solidFill>
                  <a:srgbClr val="1F6AFF"/>
                </a:solidFill>
                <a:latin typeface="Arial"/>
                <a:cs typeface="Arial"/>
              </a:rPr>
              <a:t>in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135" b="1">
                <a:solidFill>
                  <a:srgbClr val="1F6AFF"/>
                </a:solidFill>
                <a:latin typeface="Arial"/>
                <a:cs typeface="Arial"/>
              </a:rPr>
              <a:t>order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240" b="1">
                <a:solidFill>
                  <a:srgbClr val="1F6AFF"/>
                </a:solidFill>
                <a:latin typeface="Arial"/>
                <a:cs typeface="Arial"/>
              </a:rPr>
              <a:t>to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10" b="1">
                <a:solidFill>
                  <a:srgbClr val="1F6AFF"/>
                </a:solidFill>
                <a:latin typeface="Arial"/>
                <a:cs typeface="Arial"/>
              </a:rPr>
              <a:t>give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140" b="1">
                <a:solidFill>
                  <a:srgbClr val="1F6AFF"/>
                </a:solidFill>
                <a:latin typeface="Arial"/>
                <a:cs typeface="Arial"/>
              </a:rPr>
              <a:t>proper</a:t>
            </a:r>
            <a:r>
              <a:rPr dirty="0" sz="4800" spc="-200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125" b="1">
                <a:solidFill>
                  <a:srgbClr val="1F6AFF"/>
                </a:solidFill>
                <a:latin typeface="Arial"/>
                <a:cs typeface="Arial"/>
              </a:rPr>
              <a:t>delivery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240" b="1">
                <a:solidFill>
                  <a:srgbClr val="1F6AFF"/>
                </a:solidFill>
                <a:latin typeface="Arial"/>
                <a:cs typeface="Arial"/>
              </a:rPr>
              <a:t>to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210" b="1">
                <a:solidFill>
                  <a:srgbClr val="1F6AFF"/>
                </a:solidFill>
                <a:latin typeface="Arial"/>
                <a:cs typeface="Arial"/>
              </a:rPr>
              <a:t>the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125" b="1">
                <a:solidFill>
                  <a:srgbClr val="1F6AFF"/>
                </a:solidFill>
                <a:latin typeface="Arial"/>
                <a:cs typeface="Arial"/>
              </a:rPr>
              <a:t>needy</a:t>
            </a:r>
            <a:r>
              <a:rPr dirty="0" sz="4800" spc="-204" b="1">
                <a:solidFill>
                  <a:srgbClr val="1F6AFF"/>
                </a:solidFill>
                <a:latin typeface="Arial"/>
                <a:cs typeface="Arial"/>
              </a:rPr>
              <a:t> </a:t>
            </a:r>
            <a:r>
              <a:rPr dirty="0" sz="4800" spc="114" b="1">
                <a:solidFill>
                  <a:srgbClr val="1F6AFF"/>
                </a:solidFill>
                <a:latin typeface="Arial"/>
                <a:cs typeface="Arial"/>
              </a:rPr>
              <a:t>people.</a:t>
            </a:r>
            <a:endParaRPr sz="4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2872" y="832756"/>
            <a:ext cx="4294235" cy="2819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497531" y="876555"/>
            <a:ext cx="4295789" cy="27812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"/>
            <a:ext cx="6505575" cy="10287000"/>
          </a:xfrm>
          <a:custGeom>
            <a:avLst/>
            <a:gdLst/>
            <a:ahLst/>
            <a:cxnLst/>
            <a:rect l="l" t="t" r="r" b="b"/>
            <a:pathLst>
              <a:path w="6505575" h="10287000">
                <a:moveTo>
                  <a:pt x="6505575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6505575" y="0"/>
                </a:lnTo>
                <a:lnTo>
                  <a:pt x="6505575" y="10287000"/>
                </a:lnTo>
                <a:close/>
              </a:path>
            </a:pathLst>
          </a:custGeom>
          <a:solidFill>
            <a:srgbClr val="1F6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2398" y="828705"/>
            <a:ext cx="4524375" cy="5721350"/>
          </a:xfrm>
          <a:prstGeom prst="rect"/>
        </p:spPr>
        <p:txBody>
          <a:bodyPr wrap="square" lIns="0" tIns="170180" rIns="0" bIns="0" rtlCol="0" vert="horz">
            <a:spAutoFit/>
          </a:bodyPr>
          <a:lstStyle/>
          <a:p>
            <a:pPr marL="12700" marR="5080">
              <a:lnSpc>
                <a:spcPts val="10950"/>
              </a:lnSpc>
              <a:spcBef>
                <a:spcPts val="1340"/>
              </a:spcBef>
            </a:pPr>
            <a:r>
              <a:rPr dirty="0" sz="10000" spc="-850" b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0000" spc="120" b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0000" spc="810" b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0000" spc="-195" b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0000" spc="390" b="0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0000" spc="430" b="0">
                <a:solidFill>
                  <a:srgbClr val="FFFFFF"/>
                </a:solidFill>
                <a:latin typeface="Arial"/>
                <a:cs typeface="Arial"/>
              </a:rPr>
              <a:t>n  </a:t>
            </a:r>
            <a:r>
              <a:rPr dirty="0" sz="10000" spc="360" b="0">
                <a:solidFill>
                  <a:srgbClr val="FFFFFF"/>
                </a:solidFill>
                <a:latin typeface="Arial"/>
                <a:cs typeface="Arial"/>
              </a:rPr>
              <a:t>Behind  </a:t>
            </a:r>
            <a:r>
              <a:rPr dirty="0" sz="10000" spc="635" b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dirty="0" sz="10000" spc="355" b="0">
                <a:solidFill>
                  <a:srgbClr val="FFFFFF"/>
                </a:solidFill>
                <a:latin typeface="Arial"/>
                <a:cs typeface="Arial"/>
              </a:rPr>
              <a:t>Grainy</a:t>
            </a:r>
            <a:endParaRPr sz="10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87241" y="6764578"/>
            <a:ext cx="4132579" cy="3522979"/>
          </a:xfrm>
          <a:custGeom>
            <a:avLst/>
            <a:gdLst/>
            <a:ahLst/>
            <a:cxnLst/>
            <a:rect l="l" t="t" r="r" b="b"/>
            <a:pathLst>
              <a:path w="4132579" h="3522979">
                <a:moveTo>
                  <a:pt x="23638" y="3522420"/>
                </a:moveTo>
                <a:lnTo>
                  <a:pt x="0" y="3522420"/>
                </a:lnTo>
                <a:lnTo>
                  <a:pt x="0" y="538885"/>
                </a:lnTo>
                <a:lnTo>
                  <a:pt x="1743716" y="0"/>
                </a:lnTo>
                <a:lnTo>
                  <a:pt x="1783139" y="29065"/>
                </a:lnTo>
                <a:lnTo>
                  <a:pt x="1729695" y="29065"/>
                </a:lnTo>
                <a:lnTo>
                  <a:pt x="23638" y="556319"/>
                </a:lnTo>
                <a:lnTo>
                  <a:pt x="23638" y="2341384"/>
                </a:lnTo>
                <a:lnTo>
                  <a:pt x="103665" y="2341384"/>
                </a:lnTo>
                <a:lnTo>
                  <a:pt x="37612" y="2361797"/>
                </a:lnTo>
                <a:lnTo>
                  <a:pt x="63465" y="2380857"/>
                </a:lnTo>
                <a:lnTo>
                  <a:pt x="23638" y="2380857"/>
                </a:lnTo>
                <a:lnTo>
                  <a:pt x="23638" y="3522420"/>
                </a:lnTo>
                <a:close/>
              </a:path>
              <a:path w="4132579" h="3522979">
                <a:moveTo>
                  <a:pt x="103665" y="2341384"/>
                </a:moveTo>
                <a:lnTo>
                  <a:pt x="23638" y="2341384"/>
                </a:lnTo>
                <a:lnTo>
                  <a:pt x="1729695" y="1814141"/>
                </a:lnTo>
                <a:lnTo>
                  <a:pt x="1729695" y="29065"/>
                </a:lnTo>
                <a:lnTo>
                  <a:pt x="1783139" y="29065"/>
                </a:lnTo>
                <a:lnTo>
                  <a:pt x="1793168" y="36458"/>
                </a:lnTo>
                <a:lnTo>
                  <a:pt x="1753333" y="36458"/>
                </a:lnTo>
                <a:lnTo>
                  <a:pt x="1753333" y="1816883"/>
                </a:lnTo>
                <a:lnTo>
                  <a:pt x="1779138" y="1835907"/>
                </a:lnTo>
                <a:lnTo>
                  <a:pt x="1739288" y="1835907"/>
                </a:lnTo>
                <a:lnTo>
                  <a:pt x="103665" y="2341384"/>
                </a:lnTo>
                <a:close/>
              </a:path>
              <a:path w="4132579" h="3522979">
                <a:moveTo>
                  <a:pt x="4132056" y="3522420"/>
                </a:moveTo>
                <a:lnTo>
                  <a:pt x="4108418" y="3522420"/>
                </a:lnTo>
                <a:lnTo>
                  <a:pt x="4108418" y="1772733"/>
                </a:lnTo>
                <a:lnTo>
                  <a:pt x="1753333" y="36458"/>
                </a:lnTo>
                <a:lnTo>
                  <a:pt x="1793168" y="36458"/>
                </a:lnTo>
                <a:lnTo>
                  <a:pt x="4132056" y="1760806"/>
                </a:lnTo>
                <a:lnTo>
                  <a:pt x="4132056" y="3522420"/>
                </a:lnTo>
                <a:close/>
              </a:path>
              <a:path w="4132579" h="3522979">
                <a:moveTo>
                  <a:pt x="4066679" y="3522420"/>
                </a:moveTo>
                <a:lnTo>
                  <a:pt x="4026837" y="3522420"/>
                </a:lnTo>
                <a:lnTo>
                  <a:pt x="1739288" y="1835907"/>
                </a:lnTo>
                <a:lnTo>
                  <a:pt x="1779138" y="1835907"/>
                </a:lnTo>
                <a:lnTo>
                  <a:pt x="4066679" y="3522420"/>
                </a:lnTo>
                <a:close/>
              </a:path>
              <a:path w="4132579" h="3522979">
                <a:moveTo>
                  <a:pt x="1611853" y="3522420"/>
                </a:moveTo>
                <a:lnTo>
                  <a:pt x="1572022" y="3522420"/>
                </a:lnTo>
                <a:lnTo>
                  <a:pt x="23638" y="2380857"/>
                </a:lnTo>
                <a:lnTo>
                  <a:pt x="63465" y="2380857"/>
                </a:lnTo>
                <a:lnTo>
                  <a:pt x="1611853" y="35224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5561330" marR="5080">
              <a:lnSpc>
                <a:spcPct val="100400"/>
              </a:lnSpc>
              <a:spcBef>
                <a:spcPts val="105"/>
              </a:spcBef>
            </a:pPr>
            <a:r>
              <a:rPr dirty="0" spc="-20"/>
              <a:t>Our </a:t>
            </a:r>
            <a:r>
              <a:rPr dirty="0" spc="80"/>
              <a:t>application </a:t>
            </a:r>
            <a:r>
              <a:rPr dirty="0" spc="45"/>
              <a:t>aims </a:t>
            </a:r>
            <a:r>
              <a:rPr dirty="0" spc="120"/>
              <a:t>to </a:t>
            </a:r>
            <a:r>
              <a:rPr dirty="0" spc="40"/>
              <a:t>bring </a:t>
            </a:r>
            <a:r>
              <a:rPr dirty="0" spc="120"/>
              <a:t>about  </a:t>
            </a:r>
            <a:r>
              <a:rPr dirty="0" spc="55"/>
              <a:t>transparency, </a:t>
            </a:r>
            <a:r>
              <a:rPr dirty="0" spc="50"/>
              <a:t>clarity </a:t>
            </a:r>
            <a:r>
              <a:rPr dirty="0" spc="145"/>
              <a:t>and </a:t>
            </a:r>
            <a:r>
              <a:rPr dirty="0" spc="-35"/>
              <a:t>swiftness </a:t>
            </a:r>
            <a:r>
              <a:rPr dirty="0" spc="-15"/>
              <a:t>in  </a:t>
            </a:r>
            <a:r>
              <a:rPr dirty="0" spc="135"/>
              <a:t>the</a:t>
            </a:r>
            <a:r>
              <a:rPr dirty="0" spc="-140"/>
              <a:t> </a:t>
            </a:r>
            <a:r>
              <a:rPr dirty="0" spc="-50"/>
              <a:t>process</a:t>
            </a:r>
            <a:r>
              <a:rPr dirty="0" spc="-135"/>
              <a:t> </a:t>
            </a:r>
            <a:r>
              <a:rPr dirty="0" spc="45"/>
              <a:t>of</a:t>
            </a:r>
            <a:r>
              <a:rPr dirty="0" spc="-140"/>
              <a:t> </a:t>
            </a:r>
            <a:r>
              <a:rPr dirty="0" spc="75"/>
              <a:t>donation</a:t>
            </a:r>
            <a:r>
              <a:rPr dirty="0" spc="-135"/>
              <a:t> </a:t>
            </a:r>
            <a:r>
              <a:rPr dirty="0"/>
              <a:t>thus</a:t>
            </a:r>
            <a:r>
              <a:rPr dirty="0" spc="-135"/>
              <a:t> </a:t>
            </a:r>
            <a:r>
              <a:rPr dirty="0" spc="80"/>
              <a:t>aiming</a:t>
            </a:r>
            <a:r>
              <a:rPr dirty="0" spc="-140"/>
              <a:t> </a:t>
            </a:r>
            <a:r>
              <a:rPr dirty="0" spc="120"/>
              <a:t>to  </a:t>
            </a:r>
            <a:r>
              <a:rPr dirty="0" spc="135"/>
              <a:t>mitigate </a:t>
            </a:r>
            <a:r>
              <a:rPr dirty="0" spc="20"/>
              <a:t>prevailing </a:t>
            </a:r>
            <a:r>
              <a:rPr dirty="0" spc="-140"/>
              <a:t>issues </a:t>
            </a:r>
            <a:r>
              <a:rPr dirty="0" spc="-15"/>
              <a:t>in </a:t>
            </a:r>
            <a:r>
              <a:rPr dirty="0" spc="80"/>
              <a:t>whatever  </a:t>
            </a:r>
            <a:r>
              <a:rPr dirty="0" spc="5"/>
              <a:t>zone</a:t>
            </a:r>
            <a:r>
              <a:rPr dirty="0" spc="-135"/>
              <a:t> </a:t>
            </a:r>
            <a:r>
              <a:rPr dirty="0" spc="100"/>
              <a:t>it</a:t>
            </a:r>
            <a:r>
              <a:rPr dirty="0" spc="-130"/>
              <a:t> </a:t>
            </a:r>
            <a:r>
              <a:rPr dirty="0" spc="-165"/>
              <a:t>is</a:t>
            </a:r>
            <a:r>
              <a:rPr dirty="0" spc="-135"/>
              <a:t> </a:t>
            </a:r>
            <a:r>
              <a:rPr dirty="0" spc="-50"/>
              <a:t>possible</a:t>
            </a:r>
            <a:r>
              <a:rPr dirty="0" spc="-130"/>
              <a:t> </a:t>
            </a:r>
            <a:r>
              <a:rPr dirty="0" spc="25"/>
              <a:t>for</a:t>
            </a:r>
            <a:r>
              <a:rPr dirty="0" spc="-130"/>
              <a:t> </a:t>
            </a:r>
            <a:r>
              <a:rPr dirty="0" spc="-165"/>
              <a:t>us</a:t>
            </a:r>
            <a:r>
              <a:rPr dirty="0" spc="-135"/>
              <a:t> </a:t>
            </a:r>
            <a:r>
              <a:rPr dirty="0" spc="120"/>
              <a:t>to</a:t>
            </a:r>
            <a:r>
              <a:rPr dirty="0" spc="-130"/>
              <a:t> </a:t>
            </a:r>
            <a:r>
              <a:rPr dirty="0" spc="25"/>
              <a:t>do</a:t>
            </a:r>
            <a:r>
              <a:rPr dirty="0" spc="-130"/>
              <a:t> </a:t>
            </a:r>
            <a:r>
              <a:rPr dirty="0" spc="-114"/>
              <a:t>so.</a:t>
            </a:r>
          </a:p>
          <a:p>
            <a:pPr marL="5561330" marR="130175">
              <a:lnSpc>
                <a:spcPct val="100400"/>
              </a:lnSpc>
            </a:pPr>
            <a:r>
              <a:rPr dirty="0" spc="145"/>
              <a:t>We </a:t>
            </a:r>
            <a:r>
              <a:rPr dirty="0" spc="125"/>
              <a:t>are </a:t>
            </a:r>
            <a:r>
              <a:rPr dirty="0" spc="95"/>
              <a:t>not </a:t>
            </a:r>
            <a:r>
              <a:rPr dirty="0" spc="-45"/>
              <a:t>only </a:t>
            </a:r>
            <a:r>
              <a:rPr dirty="0" spc="-50"/>
              <a:t>focuses </a:t>
            </a:r>
            <a:r>
              <a:rPr dirty="0" spc="-15"/>
              <a:t>in </a:t>
            </a:r>
            <a:r>
              <a:rPr dirty="0" spc="135"/>
              <a:t>the </a:t>
            </a:r>
            <a:r>
              <a:rPr dirty="0" spc="5"/>
              <a:t>hotels  </a:t>
            </a:r>
            <a:r>
              <a:rPr dirty="0" spc="145"/>
              <a:t>and</a:t>
            </a:r>
            <a:r>
              <a:rPr dirty="0" spc="-135"/>
              <a:t> </a:t>
            </a:r>
            <a:r>
              <a:rPr dirty="0" spc="60"/>
              <a:t>restaurants</a:t>
            </a:r>
            <a:r>
              <a:rPr dirty="0" spc="-130"/>
              <a:t> </a:t>
            </a:r>
            <a:r>
              <a:rPr dirty="0" spc="-20"/>
              <a:t>also</a:t>
            </a:r>
            <a:r>
              <a:rPr dirty="0" spc="-135"/>
              <a:t> </a:t>
            </a:r>
            <a:r>
              <a:rPr dirty="0" spc="-45"/>
              <a:t>our</a:t>
            </a:r>
            <a:r>
              <a:rPr dirty="0" spc="-130"/>
              <a:t> </a:t>
            </a:r>
            <a:r>
              <a:rPr dirty="0" spc="120"/>
              <a:t>main</a:t>
            </a:r>
            <a:r>
              <a:rPr dirty="0" spc="-130"/>
              <a:t> </a:t>
            </a:r>
            <a:r>
              <a:rPr dirty="0" spc="-35"/>
              <a:t>focus</a:t>
            </a:r>
            <a:r>
              <a:rPr dirty="0" spc="-135"/>
              <a:t> </a:t>
            </a:r>
            <a:r>
              <a:rPr dirty="0" spc="-165"/>
              <a:t>is  </a:t>
            </a:r>
            <a:r>
              <a:rPr dirty="0" spc="120"/>
              <a:t>to </a:t>
            </a:r>
            <a:r>
              <a:rPr dirty="0" spc="170"/>
              <a:t>target </a:t>
            </a:r>
            <a:r>
              <a:rPr dirty="0" spc="80"/>
              <a:t>waste </a:t>
            </a:r>
            <a:r>
              <a:rPr dirty="0" spc="30"/>
              <a:t>food </a:t>
            </a:r>
            <a:r>
              <a:rPr dirty="0" spc="45"/>
              <a:t>of all </a:t>
            </a:r>
            <a:r>
              <a:rPr dirty="0" spc="-50"/>
              <a:t>resources  </a:t>
            </a:r>
            <a:r>
              <a:rPr dirty="0"/>
              <a:t>including </a:t>
            </a:r>
            <a:r>
              <a:rPr dirty="0" spc="110"/>
              <a:t>marriage </a:t>
            </a:r>
            <a:r>
              <a:rPr dirty="0" spc="-15"/>
              <a:t>halls </a:t>
            </a:r>
            <a:r>
              <a:rPr dirty="0" spc="20"/>
              <a:t>&amp; </a:t>
            </a:r>
            <a:r>
              <a:rPr dirty="0" spc="114"/>
              <a:t>party  </a:t>
            </a:r>
            <a:r>
              <a:rPr dirty="0" spc="95"/>
              <a:t>gathering</a:t>
            </a:r>
            <a:r>
              <a:rPr dirty="0" spc="-135"/>
              <a:t> </a:t>
            </a:r>
            <a:r>
              <a:rPr dirty="0" spc="100"/>
              <a:t>garden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0574" y="3498896"/>
            <a:ext cx="5928995" cy="206375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12700" marR="5080" indent="609600">
              <a:lnSpc>
                <a:spcPts val="7650"/>
              </a:lnSpc>
              <a:spcBef>
                <a:spcPts val="980"/>
              </a:spcBef>
            </a:pPr>
            <a:r>
              <a:rPr dirty="0" sz="7000" spc="235">
                <a:solidFill>
                  <a:srgbClr val="FFFFFF"/>
                </a:solidFill>
                <a:latin typeface="Arial"/>
                <a:cs typeface="Arial"/>
              </a:rPr>
              <a:t>Technology  </a:t>
            </a:r>
            <a:r>
              <a:rPr dirty="0" sz="7000" spc="-60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7000" spc="8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7000" spc="56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dirty="0" sz="7000" spc="21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7000" spc="16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7000" spc="315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7000" spc="8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7000" spc="830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7000" spc="8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7000" spc="445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7000" spc="795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7000" spc="-130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7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213225">
              <a:lnSpc>
                <a:spcPct val="100000"/>
              </a:lnSpc>
              <a:spcBef>
                <a:spcPts val="100"/>
              </a:spcBef>
            </a:pPr>
            <a:r>
              <a:rPr dirty="0" spc="140"/>
              <a:t>Front-end</a:t>
            </a:r>
            <a:r>
              <a:rPr dirty="0" spc="-245"/>
              <a:t> </a:t>
            </a:r>
            <a:r>
              <a:rPr dirty="0" spc="35"/>
              <a:t>Technology</a:t>
            </a:r>
          </a:p>
        </p:txBody>
      </p:sp>
      <p:sp>
        <p:nvSpPr>
          <p:cNvPr id="4" name="object 4"/>
          <p:cNvSpPr/>
          <p:nvPr/>
        </p:nvSpPr>
        <p:spPr>
          <a:xfrm>
            <a:off x="7924159" y="2432047"/>
            <a:ext cx="190500" cy="190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356010" y="2060941"/>
            <a:ext cx="2797810" cy="3035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217930">
              <a:lnSpc>
                <a:spcPct val="116199"/>
              </a:lnSpc>
              <a:spcBef>
                <a:spcPts val="95"/>
              </a:spcBef>
            </a:pPr>
            <a:r>
              <a:rPr dirty="0" sz="4250" spc="285" b="1">
                <a:solidFill>
                  <a:srgbClr val="1F6AFF"/>
                </a:solidFill>
                <a:latin typeface="Arial"/>
                <a:cs typeface="Arial"/>
              </a:rPr>
              <a:t>H</a:t>
            </a:r>
            <a:r>
              <a:rPr dirty="0" sz="4250" spc="-75" b="1">
                <a:solidFill>
                  <a:srgbClr val="1F6AFF"/>
                </a:solidFill>
                <a:latin typeface="Arial"/>
                <a:cs typeface="Arial"/>
              </a:rPr>
              <a:t>T</a:t>
            </a:r>
            <a:r>
              <a:rPr dirty="0" sz="4250" spc="385" b="1">
                <a:solidFill>
                  <a:srgbClr val="1F6AFF"/>
                </a:solidFill>
                <a:latin typeface="Arial"/>
                <a:cs typeface="Arial"/>
              </a:rPr>
              <a:t>M</a:t>
            </a:r>
            <a:r>
              <a:rPr dirty="0" sz="4250" spc="-85" b="1">
                <a:solidFill>
                  <a:srgbClr val="1F6AFF"/>
                </a:solidFill>
                <a:latin typeface="Arial"/>
                <a:cs typeface="Arial"/>
              </a:rPr>
              <a:t>L  </a:t>
            </a:r>
            <a:r>
              <a:rPr dirty="0" sz="4250" spc="-175" b="1">
                <a:solidFill>
                  <a:srgbClr val="1F6AFF"/>
                </a:solidFill>
                <a:latin typeface="Arial"/>
                <a:cs typeface="Arial"/>
              </a:rPr>
              <a:t>CSS</a:t>
            </a:r>
            <a:endParaRPr sz="4250">
              <a:latin typeface="Arial"/>
              <a:cs typeface="Arial"/>
            </a:endParaRPr>
          </a:p>
          <a:p>
            <a:pPr marL="12700" marR="5080">
              <a:lnSpc>
                <a:spcPts val="5930"/>
              </a:lnSpc>
              <a:spcBef>
                <a:spcPts val="330"/>
              </a:spcBef>
            </a:pPr>
            <a:r>
              <a:rPr dirty="0" sz="4250" spc="100" b="1">
                <a:solidFill>
                  <a:srgbClr val="1F6AFF"/>
                </a:solidFill>
                <a:latin typeface="Arial"/>
                <a:cs typeface="Arial"/>
              </a:rPr>
              <a:t>Bootstrap  </a:t>
            </a:r>
            <a:r>
              <a:rPr dirty="0" sz="4250" spc="90" b="1">
                <a:solidFill>
                  <a:srgbClr val="1F6AFF"/>
                </a:solidFill>
                <a:latin typeface="Arial"/>
                <a:cs typeface="Arial"/>
              </a:rPr>
              <a:t>J</a:t>
            </a:r>
            <a:r>
              <a:rPr dirty="0" sz="4250" spc="55" b="1">
                <a:solidFill>
                  <a:srgbClr val="1F6AFF"/>
                </a:solidFill>
                <a:latin typeface="Arial"/>
                <a:cs typeface="Arial"/>
              </a:rPr>
              <a:t>a</a:t>
            </a:r>
            <a:r>
              <a:rPr dirty="0" sz="4250" spc="105" b="1">
                <a:solidFill>
                  <a:srgbClr val="1F6AFF"/>
                </a:solidFill>
                <a:latin typeface="Arial"/>
                <a:cs typeface="Arial"/>
              </a:rPr>
              <a:t>v</a:t>
            </a:r>
            <a:r>
              <a:rPr dirty="0" sz="4250" spc="55" b="1">
                <a:solidFill>
                  <a:srgbClr val="1F6AFF"/>
                </a:solidFill>
                <a:latin typeface="Arial"/>
                <a:cs typeface="Arial"/>
              </a:rPr>
              <a:t>a</a:t>
            </a:r>
            <a:r>
              <a:rPr dirty="0" sz="4250" spc="-250" b="1">
                <a:solidFill>
                  <a:srgbClr val="1F6AFF"/>
                </a:solidFill>
                <a:latin typeface="Arial"/>
                <a:cs typeface="Arial"/>
              </a:rPr>
              <a:t>s</a:t>
            </a:r>
            <a:r>
              <a:rPr dirty="0" sz="4250" b="1">
                <a:solidFill>
                  <a:srgbClr val="1F6AFF"/>
                </a:solidFill>
                <a:latin typeface="Arial"/>
                <a:cs typeface="Arial"/>
              </a:rPr>
              <a:t>c</a:t>
            </a:r>
            <a:r>
              <a:rPr dirty="0" sz="4250" spc="145" b="1">
                <a:solidFill>
                  <a:srgbClr val="1F6AFF"/>
                </a:solidFill>
                <a:latin typeface="Arial"/>
                <a:cs typeface="Arial"/>
              </a:rPr>
              <a:t>r</a:t>
            </a:r>
            <a:r>
              <a:rPr dirty="0" sz="4250" spc="55" b="1">
                <a:solidFill>
                  <a:srgbClr val="1F6AFF"/>
                </a:solidFill>
                <a:latin typeface="Arial"/>
                <a:cs typeface="Arial"/>
              </a:rPr>
              <a:t>i</a:t>
            </a:r>
            <a:r>
              <a:rPr dirty="0" sz="4250" spc="150" b="1">
                <a:solidFill>
                  <a:srgbClr val="1F6AFF"/>
                </a:solidFill>
                <a:latin typeface="Arial"/>
                <a:cs typeface="Arial"/>
              </a:rPr>
              <a:t>p</a:t>
            </a:r>
            <a:r>
              <a:rPr dirty="0" sz="4250" spc="365" b="1">
                <a:solidFill>
                  <a:srgbClr val="1F6AFF"/>
                </a:solidFill>
                <a:latin typeface="Arial"/>
                <a:cs typeface="Arial"/>
              </a:rPr>
              <a:t>t</a:t>
            </a:r>
            <a:endParaRPr sz="42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24159" y="3184522"/>
            <a:ext cx="190500" cy="190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924159" y="3936997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924159" y="4689472"/>
            <a:ext cx="190500" cy="190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058150" y="7554528"/>
            <a:ext cx="190500" cy="190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058150" y="8316528"/>
            <a:ext cx="190500" cy="190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058150" y="9078528"/>
            <a:ext cx="190500" cy="190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648783" y="5819171"/>
            <a:ext cx="6985000" cy="3667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65" b="1">
                <a:latin typeface="Arial"/>
                <a:cs typeface="Arial"/>
              </a:rPr>
              <a:t>Back-end</a:t>
            </a:r>
            <a:r>
              <a:rPr dirty="0" sz="5200" spc="-275" b="1">
                <a:latin typeface="Arial"/>
                <a:cs typeface="Arial"/>
              </a:rPr>
              <a:t> </a:t>
            </a:r>
            <a:r>
              <a:rPr dirty="0" sz="5200" spc="35" b="1">
                <a:latin typeface="Arial"/>
                <a:cs typeface="Arial"/>
              </a:rPr>
              <a:t>Technology</a:t>
            </a:r>
            <a:endParaRPr sz="5200">
              <a:latin typeface="Arial"/>
              <a:cs typeface="Arial"/>
            </a:endParaRPr>
          </a:p>
          <a:p>
            <a:pPr algn="just" marL="858519" marR="3919220" indent="73025">
              <a:lnSpc>
                <a:spcPct val="117600"/>
              </a:lnSpc>
              <a:spcBef>
                <a:spcPts val="4425"/>
              </a:spcBef>
            </a:pPr>
            <a:r>
              <a:rPr dirty="0" sz="4250" spc="95" b="1">
                <a:solidFill>
                  <a:srgbClr val="1F6AFF"/>
                </a:solidFill>
                <a:latin typeface="Arial"/>
                <a:cs typeface="Arial"/>
              </a:rPr>
              <a:t>Solidity  </a:t>
            </a:r>
            <a:r>
              <a:rPr dirty="0" sz="4250" spc="300" b="1">
                <a:solidFill>
                  <a:srgbClr val="1F6AFF"/>
                </a:solidFill>
                <a:latin typeface="Arial"/>
                <a:cs typeface="Arial"/>
              </a:rPr>
              <a:t>H</a:t>
            </a:r>
            <a:r>
              <a:rPr dirty="0" sz="4250" spc="65" b="1">
                <a:solidFill>
                  <a:srgbClr val="1F6AFF"/>
                </a:solidFill>
                <a:latin typeface="Arial"/>
                <a:cs typeface="Arial"/>
              </a:rPr>
              <a:t>a</a:t>
            </a:r>
            <a:r>
              <a:rPr dirty="0" sz="4250" spc="150" b="1">
                <a:solidFill>
                  <a:srgbClr val="1F6AFF"/>
                </a:solidFill>
                <a:latin typeface="Arial"/>
                <a:cs typeface="Arial"/>
              </a:rPr>
              <a:t>r</a:t>
            </a:r>
            <a:r>
              <a:rPr dirty="0" sz="4250" spc="165" b="1">
                <a:solidFill>
                  <a:srgbClr val="1F6AFF"/>
                </a:solidFill>
                <a:latin typeface="Arial"/>
                <a:cs typeface="Arial"/>
              </a:rPr>
              <a:t>d</a:t>
            </a:r>
            <a:r>
              <a:rPr dirty="0" sz="4250" spc="100" b="1">
                <a:solidFill>
                  <a:srgbClr val="1F6AFF"/>
                </a:solidFill>
                <a:latin typeface="Arial"/>
                <a:cs typeface="Arial"/>
              </a:rPr>
              <a:t>h</a:t>
            </a:r>
            <a:r>
              <a:rPr dirty="0" sz="4250" spc="65" b="1">
                <a:solidFill>
                  <a:srgbClr val="1F6AFF"/>
                </a:solidFill>
                <a:latin typeface="Arial"/>
                <a:cs typeface="Arial"/>
              </a:rPr>
              <a:t>a</a:t>
            </a:r>
            <a:r>
              <a:rPr dirty="0" sz="4250" spc="335" b="1">
                <a:solidFill>
                  <a:srgbClr val="1F6AFF"/>
                </a:solidFill>
                <a:latin typeface="Arial"/>
                <a:cs typeface="Arial"/>
              </a:rPr>
              <a:t>t  </a:t>
            </a:r>
            <a:r>
              <a:rPr dirty="0" sz="4250" spc="45" b="1">
                <a:solidFill>
                  <a:srgbClr val="1F6AFF"/>
                </a:solidFill>
                <a:latin typeface="Arial"/>
                <a:cs typeface="Arial"/>
              </a:rPr>
              <a:t>Ether.js</a:t>
            </a:r>
            <a:endParaRPr sz="4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0" y="2"/>
            <a:ext cx="9144000" cy="10287000"/>
          </a:xfrm>
          <a:custGeom>
            <a:avLst/>
            <a:gdLst/>
            <a:ahLst/>
            <a:cxnLst/>
            <a:rect l="l" t="t" r="r" b="b"/>
            <a:pathLst>
              <a:path w="9144000" h="10287000">
                <a:moveTo>
                  <a:pt x="9144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10287000"/>
                </a:lnTo>
                <a:close/>
              </a:path>
            </a:pathLst>
          </a:custGeom>
          <a:solidFill>
            <a:srgbClr val="2020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4589" y="3404413"/>
            <a:ext cx="8717915" cy="3282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635">
              <a:lnSpc>
                <a:spcPct val="114900"/>
              </a:lnSpc>
              <a:spcBef>
                <a:spcPts val="100"/>
              </a:spcBef>
            </a:pPr>
            <a:r>
              <a:rPr dirty="0" sz="3100" spc="100" b="1">
                <a:latin typeface="Arial"/>
                <a:cs typeface="Arial"/>
              </a:rPr>
              <a:t>In </a:t>
            </a:r>
            <a:r>
              <a:rPr dirty="0" sz="3100" spc="35" b="1">
                <a:latin typeface="Arial"/>
                <a:cs typeface="Arial"/>
              </a:rPr>
              <a:t>this </a:t>
            </a:r>
            <a:r>
              <a:rPr dirty="0" sz="3100" spc="20" b="1">
                <a:latin typeface="Arial"/>
                <a:cs typeface="Arial"/>
              </a:rPr>
              <a:t>system, </a:t>
            </a:r>
            <a:r>
              <a:rPr dirty="0" sz="3100" spc="55" b="1">
                <a:latin typeface="Arial"/>
                <a:cs typeface="Arial"/>
              </a:rPr>
              <a:t>we have </a:t>
            </a:r>
            <a:r>
              <a:rPr dirty="0" sz="3100" spc="110" b="1">
                <a:latin typeface="Arial"/>
                <a:cs typeface="Arial"/>
              </a:rPr>
              <a:t>tried </a:t>
            </a:r>
            <a:r>
              <a:rPr dirty="0" sz="3100" spc="150" b="1">
                <a:latin typeface="Arial"/>
                <a:cs typeface="Arial"/>
              </a:rPr>
              <a:t>to </a:t>
            </a:r>
            <a:r>
              <a:rPr dirty="0" sz="3100" spc="60" b="1">
                <a:latin typeface="Arial"/>
                <a:cs typeface="Arial"/>
              </a:rPr>
              <a:t>reduce  </a:t>
            </a:r>
            <a:r>
              <a:rPr dirty="0" sz="3100" spc="70" b="1">
                <a:latin typeface="Arial"/>
                <a:cs typeface="Arial"/>
              </a:rPr>
              <a:t>restaurant</a:t>
            </a:r>
            <a:r>
              <a:rPr dirty="0" sz="3100" spc="-140" b="1">
                <a:latin typeface="Arial"/>
                <a:cs typeface="Arial"/>
              </a:rPr>
              <a:t> </a:t>
            </a:r>
            <a:r>
              <a:rPr dirty="0" sz="3100" spc="85" b="1">
                <a:latin typeface="Arial"/>
                <a:cs typeface="Arial"/>
              </a:rPr>
              <a:t>food</a:t>
            </a:r>
            <a:r>
              <a:rPr dirty="0" sz="3100" spc="-135" b="1">
                <a:latin typeface="Arial"/>
                <a:cs typeface="Arial"/>
              </a:rPr>
              <a:t> </a:t>
            </a:r>
            <a:r>
              <a:rPr dirty="0" sz="3100" spc="10" b="1">
                <a:latin typeface="Arial"/>
                <a:cs typeface="Arial"/>
              </a:rPr>
              <a:t>wastage</a:t>
            </a:r>
            <a:r>
              <a:rPr dirty="0" sz="3100" spc="-140" b="1">
                <a:latin typeface="Arial"/>
                <a:cs typeface="Arial"/>
              </a:rPr>
              <a:t> </a:t>
            </a:r>
            <a:r>
              <a:rPr dirty="0" sz="3100" spc="80" b="1">
                <a:latin typeface="Arial"/>
                <a:cs typeface="Arial"/>
              </a:rPr>
              <a:t>by</a:t>
            </a:r>
            <a:r>
              <a:rPr dirty="0" sz="3100" spc="-135" b="1">
                <a:latin typeface="Arial"/>
                <a:cs typeface="Arial"/>
              </a:rPr>
              <a:t> </a:t>
            </a:r>
            <a:r>
              <a:rPr dirty="0" sz="3100" spc="-25" b="1">
                <a:latin typeface="Arial"/>
                <a:cs typeface="Arial"/>
              </a:rPr>
              <a:t>giving</a:t>
            </a:r>
            <a:r>
              <a:rPr dirty="0" sz="3100" spc="-140" b="1">
                <a:latin typeface="Arial"/>
                <a:cs typeface="Arial"/>
              </a:rPr>
              <a:t> </a:t>
            </a:r>
            <a:r>
              <a:rPr dirty="0" sz="3100" spc="40" b="1">
                <a:latin typeface="Arial"/>
                <a:cs typeface="Arial"/>
              </a:rPr>
              <a:t>waste</a:t>
            </a:r>
            <a:r>
              <a:rPr dirty="0" sz="3100" spc="-135" b="1">
                <a:latin typeface="Arial"/>
                <a:cs typeface="Arial"/>
              </a:rPr>
              <a:t> </a:t>
            </a:r>
            <a:r>
              <a:rPr dirty="0" sz="3100" spc="85" b="1">
                <a:latin typeface="Arial"/>
                <a:cs typeface="Arial"/>
              </a:rPr>
              <a:t>food  </a:t>
            </a:r>
            <a:r>
              <a:rPr dirty="0" sz="3100" spc="150" b="1">
                <a:latin typeface="Arial"/>
                <a:cs typeface="Arial"/>
              </a:rPr>
              <a:t>to</a:t>
            </a:r>
            <a:r>
              <a:rPr dirty="0" sz="3100" spc="-140" b="1">
                <a:latin typeface="Arial"/>
                <a:cs typeface="Arial"/>
              </a:rPr>
              <a:t> </a:t>
            </a:r>
            <a:r>
              <a:rPr dirty="0" sz="3100" spc="-30" b="1">
                <a:latin typeface="Arial"/>
                <a:cs typeface="Arial"/>
              </a:rPr>
              <a:t>NGOs.</a:t>
            </a:r>
            <a:r>
              <a:rPr dirty="0" sz="3100" spc="-140" b="1">
                <a:latin typeface="Arial"/>
                <a:cs typeface="Arial"/>
              </a:rPr>
              <a:t> </a:t>
            </a:r>
            <a:r>
              <a:rPr dirty="0" sz="3100" spc="-35" b="1">
                <a:latin typeface="Arial"/>
                <a:cs typeface="Arial"/>
              </a:rPr>
              <a:t>NGOs</a:t>
            </a:r>
            <a:r>
              <a:rPr dirty="0" sz="3100" spc="-135" b="1">
                <a:latin typeface="Arial"/>
                <a:cs typeface="Arial"/>
              </a:rPr>
              <a:t> </a:t>
            </a:r>
            <a:r>
              <a:rPr dirty="0" sz="3100" spc="60" b="1">
                <a:latin typeface="Arial"/>
                <a:cs typeface="Arial"/>
              </a:rPr>
              <a:t>will</a:t>
            </a:r>
            <a:r>
              <a:rPr dirty="0" sz="3100" spc="-140" b="1">
                <a:latin typeface="Arial"/>
                <a:cs typeface="Arial"/>
              </a:rPr>
              <a:t> </a:t>
            </a:r>
            <a:r>
              <a:rPr dirty="0" sz="3100" spc="10" b="1">
                <a:latin typeface="Arial"/>
                <a:cs typeface="Arial"/>
              </a:rPr>
              <a:t>raise</a:t>
            </a:r>
            <a:r>
              <a:rPr dirty="0" sz="3100" spc="-135" b="1">
                <a:latin typeface="Arial"/>
                <a:cs typeface="Arial"/>
              </a:rPr>
              <a:t> </a:t>
            </a:r>
            <a:r>
              <a:rPr dirty="0" sz="3100" spc="30" b="1">
                <a:latin typeface="Arial"/>
                <a:cs typeface="Arial"/>
              </a:rPr>
              <a:t>a</a:t>
            </a:r>
            <a:r>
              <a:rPr dirty="0" sz="3100" spc="-140" b="1">
                <a:latin typeface="Arial"/>
                <a:cs typeface="Arial"/>
              </a:rPr>
              <a:t> </a:t>
            </a:r>
            <a:r>
              <a:rPr dirty="0" sz="3100" spc="55" b="1">
                <a:latin typeface="Arial"/>
                <a:cs typeface="Arial"/>
              </a:rPr>
              <a:t>request,</a:t>
            </a:r>
            <a:r>
              <a:rPr dirty="0" sz="3100" spc="-135" b="1">
                <a:latin typeface="Arial"/>
                <a:cs typeface="Arial"/>
              </a:rPr>
              <a:t> </a:t>
            </a:r>
            <a:r>
              <a:rPr dirty="0" sz="3100" spc="45" b="1">
                <a:latin typeface="Arial"/>
                <a:cs typeface="Arial"/>
              </a:rPr>
              <a:t>in</a:t>
            </a:r>
            <a:r>
              <a:rPr dirty="0" sz="3100" spc="-140" b="1">
                <a:latin typeface="Arial"/>
                <a:cs typeface="Arial"/>
              </a:rPr>
              <a:t> </a:t>
            </a:r>
            <a:r>
              <a:rPr dirty="0" sz="3100" spc="-25" b="1">
                <a:latin typeface="Arial"/>
                <a:cs typeface="Arial"/>
              </a:rPr>
              <a:t>case</a:t>
            </a:r>
            <a:r>
              <a:rPr dirty="0" sz="3100" spc="-135" b="1">
                <a:latin typeface="Arial"/>
                <a:cs typeface="Arial"/>
              </a:rPr>
              <a:t> </a:t>
            </a:r>
            <a:r>
              <a:rPr dirty="0" sz="3100" spc="105" b="1">
                <a:latin typeface="Arial"/>
                <a:cs typeface="Arial"/>
              </a:rPr>
              <a:t>of  </a:t>
            </a:r>
            <a:r>
              <a:rPr dirty="0" sz="3100" spc="45" b="1">
                <a:latin typeface="Arial"/>
                <a:cs typeface="Arial"/>
              </a:rPr>
              <a:t>any </a:t>
            </a:r>
            <a:r>
              <a:rPr dirty="0" sz="3100" spc="110" b="1">
                <a:latin typeface="Arial"/>
                <a:cs typeface="Arial"/>
              </a:rPr>
              <a:t>leftover </a:t>
            </a:r>
            <a:r>
              <a:rPr dirty="0" sz="3100" spc="85" b="1">
                <a:latin typeface="Arial"/>
                <a:cs typeface="Arial"/>
              </a:rPr>
              <a:t>food </a:t>
            </a:r>
            <a:r>
              <a:rPr dirty="0" sz="3100" spc="50" b="1">
                <a:latin typeface="Arial"/>
                <a:cs typeface="Arial"/>
              </a:rPr>
              <a:t>restaurants </a:t>
            </a:r>
            <a:r>
              <a:rPr dirty="0" sz="3100" spc="40" b="1">
                <a:latin typeface="Arial"/>
                <a:cs typeface="Arial"/>
              </a:rPr>
              <a:t>have. </a:t>
            </a:r>
            <a:r>
              <a:rPr dirty="0" sz="3100" spc="-45" b="1">
                <a:latin typeface="Arial"/>
                <a:cs typeface="Arial"/>
              </a:rPr>
              <a:t>This  </a:t>
            </a:r>
            <a:r>
              <a:rPr dirty="0" sz="3100" spc="65" b="1">
                <a:latin typeface="Arial"/>
                <a:cs typeface="Arial"/>
              </a:rPr>
              <a:t>request</a:t>
            </a:r>
            <a:r>
              <a:rPr dirty="0" sz="3100" spc="-140" b="1">
                <a:latin typeface="Arial"/>
                <a:cs typeface="Arial"/>
              </a:rPr>
              <a:t> </a:t>
            </a:r>
            <a:r>
              <a:rPr dirty="0" sz="3100" spc="-80" b="1">
                <a:latin typeface="Arial"/>
                <a:cs typeface="Arial"/>
              </a:rPr>
              <a:t>is</a:t>
            </a:r>
            <a:r>
              <a:rPr dirty="0" sz="3100" spc="-135" b="1">
                <a:latin typeface="Arial"/>
                <a:cs typeface="Arial"/>
              </a:rPr>
              <a:t> </a:t>
            </a:r>
            <a:r>
              <a:rPr dirty="0" sz="3100" spc="50" b="1">
                <a:latin typeface="Arial"/>
                <a:cs typeface="Arial"/>
              </a:rPr>
              <a:t>sent</a:t>
            </a:r>
            <a:r>
              <a:rPr dirty="0" sz="3100" spc="-135" b="1">
                <a:latin typeface="Arial"/>
                <a:cs typeface="Arial"/>
              </a:rPr>
              <a:t> </a:t>
            </a:r>
            <a:r>
              <a:rPr dirty="0" sz="3100" spc="150" b="1">
                <a:latin typeface="Arial"/>
                <a:cs typeface="Arial"/>
              </a:rPr>
              <a:t>to</a:t>
            </a:r>
            <a:r>
              <a:rPr dirty="0" sz="3100" spc="-135" b="1">
                <a:latin typeface="Arial"/>
                <a:cs typeface="Arial"/>
              </a:rPr>
              <a:t> </a:t>
            </a:r>
            <a:r>
              <a:rPr dirty="0" sz="3100" spc="130" b="1">
                <a:latin typeface="Arial"/>
                <a:cs typeface="Arial"/>
              </a:rPr>
              <a:t>the</a:t>
            </a:r>
            <a:r>
              <a:rPr dirty="0" sz="3100" spc="-135" b="1">
                <a:latin typeface="Arial"/>
                <a:cs typeface="Arial"/>
              </a:rPr>
              <a:t> </a:t>
            </a:r>
            <a:r>
              <a:rPr dirty="0" sz="3100" spc="70" b="1">
                <a:latin typeface="Arial"/>
                <a:cs typeface="Arial"/>
              </a:rPr>
              <a:t>restaurant</a:t>
            </a:r>
            <a:r>
              <a:rPr dirty="0" sz="3100" spc="-135" b="1">
                <a:latin typeface="Arial"/>
                <a:cs typeface="Arial"/>
              </a:rPr>
              <a:t> </a:t>
            </a:r>
            <a:r>
              <a:rPr dirty="0" sz="3100" spc="35" b="1">
                <a:latin typeface="Arial"/>
                <a:cs typeface="Arial"/>
              </a:rPr>
              <a:t>manager</a:t>
            </a:r>
            <a:r>
              <a:rPr dirty="0" sz="3100" spc="-135" b="1">
                <a:latin typeface="Arial"/>
                <a:cs typeface="Arial"/>
              </a:rPr>
              <a:t> </a:t>
            </a:r>
            <a:r>
              <a:rPr dirty="0" sz="3100" spc="105" b="1">
                <a:latin typeface="Arial"/>
                <a:cs typeface="Arial"/>
              </a:rPr>
              <a:t>of  </a:t>
            </a:r>
            <a:r>
              <a:rPr dirty="0" sz="3100" spc="150" b="1">
                <a:latin typeface="Arial"/>
                <a:cs typeface="Arial"/>
              </a:rPr>
              <a:t>that </a:t>
            </a:r>
            <a:r>
              <a:rPr dirty="0" sz="3100" spc="75" b="1">
                <a:latin typeface="Arial"/>
                <a:cs typeface="Arial"/>
              </a:rPr>
              <a:t>particular</a:t>
            </a:r>
            <a:r>
              <a:rPr dirty="0" sz="3100" spc="-430" b="1">
                <a:latin typeface="Arial"/>
                <a:cs typeface="Arial"/>
              </a:rPr>
              <a:t> </a:t>
            </a:r>
            <a:r>
              <a:rPr dirty="0" sz="3100" spc="65" b="1">
                <a:latin typeface="Arial"/>
                <a:cs typeface="Arial"/>
              </a:rPr>
              <a:t>restaurant.</a:t>
            </a:r>
            <a:endParaRPr sz="3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15722" y="3428220"/>
            <a:ext cx="8517890" cy="33578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5700"/>
              </a:lnSpc>
              <a:spcBef>
                <a:spcPts val="95"/>
              </a:spcBef>
            </a:pPr>
            <a:r>
              <a:rPr dirty="0" sz="2700" spc="3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30" b="1">
                <a:solidFill>
                  <a:srgbClr val="FFFFFF"/>
                </a:solidFill>
                <a:latin typeface="Arial"/>
                <a:cs typeface="Arial"/>
              </a:rPr>
              <a:t>NGO</a:t>
            </a:r>
            <a:r>
              <a:rPr dirty="0" sz="2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60" b="1">
                <a:solidFill>
                  <a:srgbClr val="FFFFFF"/>
                </a:solidFill>
                <a:latin typeface="Arial"/>
                <a:cs typeface="Arial"/>
              </a:rPr>
              <a:t>Manager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10" b="1">
                <a:solidFill>
                  <a:srgbClr val="FFFFFF"/>
                </a:solidFill>
                <a:latin typeface="Arial"/>
                <a:cs typeface="Arial"/>
              </a:rPr>
              <a:t>then</a:t>
            </a:r>
            <a:r>
              <a:rPr dirty="0" sz="2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45" b="1">
                <a:solidFill>
                  <a:srgbClr val="FFFFFF"/>
                </a:solidFill>
                <a:latin typeface="Arial"/>
                <a:cs typeface="Arial"/>
              </a:rPr>
              <a:t>approves</a:t>
            </a:r>
            <a:r>
              <a:rPr dirty="0" sz="2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25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65" b="1">
                <a:solidFill>
                  <a:srgbClr val="FFFFFF"/>
                </a:solidFill>
                <a:latin typeface="Arial"/>
                <a:cs typeface="Arial"/>
              </a:rPr>
              <a:t>request</a:t>
            </a:r>
            <a:r>
              <a:rPr dirty="0" sz="2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65" b="1">
                <a:solidFill>
                  <a:srgbClr val="FFFFFF"/>
                </a:solidFill>
                <a:latin typeface="Arial"/>
                <a:cs typeface="Arial"/>
              </a:rPr>
              <a:t>and  </a:t>
            </a:r>
            <a:r>
              <a:rPr dirty="0" sz="2700" spc="-70" b="1">
                <a:solidFill>
                  <a:srgbClr val="FFFFFF"/>
                </a:solidFill>
                <a:latin typeface="Arial"/>
                <a:cs typeface="Arial"/>
              </a:rPr>
              <a:t>assigns </a:t>
            </a:r>
            <a:r>
              <a:rPr dirty="0" sz="2700" spc="135" b="1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dirty="0" sz="2700" spc="140" b="1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700" spc="60" b="1">
                <a:solidFill>
                  <a:srgbClr val="FFFFFF"/>
                </a:solidFill>
                <a:latin typeface="Arial"/>
                <a:cs typeface="Arial"/>
              </a:rPr>
              <a:t>one </a:t>
            </a:r>
            <a:r>
              <a:rPr dirty="0" sz="2700" spc="100" b="1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2700" spc="1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700" spc="30" b="1">
                <a:solidFill>
                  <a:srgbClr val="FFFFFF"/>
                </a:solidFill>
                <a:latin typeface="Arial"/>
                <a:cs typeface="Arial"/>
              </a:rPr>
              <a:t>NGO </a:t>
            </a:r>
            <a:r>
              <a:rPr dirty="0" sz="2700" spc="55" b="1">
                <a:solidFill>
                  <a:srgbClr val="FFFFFF"/>
                </a:solidFill>
                <a:latin typeface="Arial"/>
                <a:cs typeface="Arial"/>
              </a:rPr>
              <a:t>employees </a:t>
            </a:r>
            <a:r>
              <a:rPr dirty="0" sz="2700" spc="95" b="1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dirty="0" sz="2700" spc="60" b="1">
                <a:solidFill>
                  <a:srgbClr val="FFFFFF"/>
                </a:solidFill>
                <a:latin typeface="Arial"/>
                <a:cs typeface="Arial"/>
              </a:rPr>
              <a:t>takeaway </a:t>
            </a:r>
            <a:r>
              <a:rPr dirty="0" sz="2700" spc="65" b="1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700" spc="45" b="1">
                <a:solidFill>
                  <a:srgbClr val="FFFFFF"/>
                </a:solidFill>
                <a:latin typeface="Arial"/>
                <a:cs typeface="Arial"/>
              </a:rPr>
              <a:t>forwards </a:t>
            </a:r>
            <a:r>
              <a:rPr dirty="0" sz="2700" spc="1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700" spc="65" b="1">
                <a:solidFill>
                  <a:srgbClr val="FFFFFF"/>
                </a:solidFill>
                <a:latin typeface="Arial"/>
                <a:cs typeface="Arial"/>
              </a:rPr>
              <a:t>request </a:t>
            </a:r>
            <a:r>
              <a:rPr dirty="0" sz="2700" spc="140" b="1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700" spc="125" b="1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dirty="0" sz="2700" spc="65" b="1">
                <a:solidFill>
                  <a:srgbClr val="FFFFFF"/>
                </a:solidFill>
                <a:latin typeface="Arial"/>
                <a:cs typeface="Arial"/>
              </a:rPr>
              <a:t>restaurant.</a:t>
            </a:r>
            <a:r>
              <a:rPr dirty="0" sz="2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3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05" b="1">
                <a:solidFill>
                  <a:srgbClr val="FFFFFF"/>
                </a:solidFill>
                <a:latin typeface="Arial"/>
                <a:cs typeface="Arial"/>
              </a:rPr>
              <a:t>leftover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85" b="1">
                <a:solidFill>
                  <a:srgbClr val="FFFFFF"/>
                </a:solidFill>
                <a:latin typeface="Arial"/>
                <a:cs typeface="Arial"/>
              </a:rPr>
              <a:t>food</a:t>
            </a:r>
            <a:r>
              <a:rPr dirty="0" sz="2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35" b="1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25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75" b="1">
                <a:solidFill>
                  <a:srgbClr val="FFFFFF"/>
                </a:solidFill>
                <a:latin typeface="Arial"/>
                <a:cs typeface="Arial"/>
              </a:rPr>
              <a:t>restaurant</a:t>
            </a:r>
            <a:r>
              <a:rPr dirty="0" sz="2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30" b="1">
                <a:solidFill>
                  <a:srgbClr val="FFFFFF"/>
                </a:solidFill>
                <a:latin typeface="Arial"/>
                <a:cs typeface="Arial"/>
              </a:rPr>
              <a:t>can  </a:t>
            </a:r>
            <a:r>
              <a:rPr dirty="0" sz="2700" spc="90" b="1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2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20" b="1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4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5" b="1">
                <a:solidFill>
                  <a:srgbClr val="FFFFFF"/>
                </a:solidFill>
                <a:latin typeface="Arial"/>
                <a:cs typeface="Arial"/>
              </a:rPr>
              <a:t>NGOs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35" b="1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25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80" b="1">
                <a:solidFill>
                  <a:srgbClr val="FFFFFF"/>
                </a:solidFill>
                <a:latin typeface="Arial"/>
                <a:cs typeface="Arial"/>
              </a:rPr>
              <a:t>end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25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45" b="1">
                <a:solidFill>
                  <a:srgbClr val="FFFFFF"/>
                </a:solidFill>
                <a:latin typeface="Arial"/>
                <a:cs typeface="Arial"/>
              </a:rPr>
              <a:t>day.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3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70" b="1">
                <a:solidFill>
                  <a:srgbClr val="FFFFFF"/>
                </a:solidFill>
                <a:latin typeface="Arial"/>
                <a:cs typeface="Arial"/>
              </a:rPr>
              <a:t>admin  </a:t>
            </a:r>
            <a:r>
              <a:rPr dirty="0" sz="2700" spc="30" b="1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65" b="1">
                <a:solidFill>
                  <a:srgbClr val="FFFFFF"/>
                </a:solidFill>
                <a:latin typeface="Arial"/>
                <a:cs typeface="Arial"/>
              </a:rPr>
              <a:t>track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25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50" b="1">
                <a:solidFill>
                  <a:srgbClr val="FFFFFF"/>
                </a:solidFill>
                <a:latin typeface="Arial"/>
                <a:cs typeface="Arial"/>
              </a:rPr>
              <a:t>history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50" b="1">
                <a:solidFill>
                  <a:srgbClr val="FFFFFF"/>
                </a:solidFill>
                <a:latin typeface="Arial"/>
                <a:cs typeface="Arial"/>
              </a:rPr>
              <a:t>restaurants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65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5" b="1">
                <a:solidFill>
                  <a:srgbClr val="FFFFFF"/>
                </a:solidFill>
                <a:latin typeface="Arial"/>
                <a:cs typeface="Arial"/>
              </a:rPr>
              <a:t>NGOs</a:t>
            </a:r>
            <a:r>
              <a:rPr dirty="0" sz="2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95" b="1">
                <a:solidFill>
                  <a:srgbClr val="FFFFFF"/>
                </a:solidFill>
                <a:latin typeface="Arial"/>
                <a:cs typeface="Arial"/>
              </a:rPr>
              <a:t>for  </a:t>
            </a:r>
            <a:r>
              <a:rPr dirty="0" sz="2700" spc="1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700" spc="105" b="1">
                <a:solidFill>
                  <a:srgbClr val="FFFFFF"/>
                </a:solidFill>
                <a:latin typeface="Arial"/>
                <a:cs typeface="Arial"/>
              </a:rPr>
              <a:t>leftover</a:t>
            </a:r>
            <a:r>
              <a:rPr dirty="0" sz="2700" spc="-3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30" b="1">
                <a:solidFill>
                  <a:srgbClr val="FFFFFF"/>
                </a:solidFill>
                <a:latin typeface="Arial"/>
                <a:cs typeface="Arial"/>
              </a:rPr>
              <a:t>foods.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2" y="1340489"/>
            <a:ext cx="17953355" cy="677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5700"/>
              </a:lnSpc>
              <a:spcBef>
                <a:spcPts val="100"/>
              </a:spcBef>
            </a:pPr>
            <a:r>
              <a:rPr dirty="0" sz="4250" spc="-55" b="1">
                <a:latin typeface="Arial"/>
                <a:cs typeface="Arial"/>
              </a:rPr>
              <a:t>This </a:t>
            </a:r>
            <a:r>
              <a:rPr dirty="0" sz="4250" spc="30" b="1">
                <a:latin typeface="Arial"/>
                <a:cs typeface="Arial"/>
              </a:rPr>
              <a:t>Food </a:t>
            </a:r>
            <a:r>
              <a:rPr dirty="0" sz="4250" spc="45" b="1">
                <a:latin typeface="Arial"/>
                <a:cs typeface="Arial"/>
              </a:rPr>
              <a:t>Waste </a:t>
            </a:r>
            <a:r>
              <a:rPr dirty="0" sz="4250" spc="120" b="1">
                <a:latin typeface="Arial"/>
                <a:cs typeface="Arial"/>
              </a:rPr>
              <a:t>Management </a:t>
            </a:r>
            <a:r>
              <a:rPr dirty="0" sz="4250" spc="40" b="1">
                <a:latin typeface="Arial"/>
                <a:cs typeface="Arial"/>
              </a:rPr>
              <a:t>system can </a:t>
            </a:r>
            <a:r>
              <a:rPr dirty="0" sz="4250" spc="-55" b="1">
                <a:latin typeface="Arial"/>
                <a:cs typeface="Arial"/>
              </a:rPr>
              <a:t>assist </a:t>
            </a:r>
            <a:r>
              <a:rPr dirty="0" sz="4250" spc="65" b="1">
                <a:latin typeface="Arial"/>
                <a:cs typeface="Arial"/>
              </a:rPr>
              <a:t>in </a:t>
            </a:r>
            <a:r>
              <a:rPr dirty="0" sz="4250" spc="70" b="1">
                <a:latin typeface="Arial"/>
                <a:cs typeface="Arial"/>
              </a:rPr>
              <a:t>collecting </a:t>
            </a:r>
            <a:r>
              <a:rPr dirty="0" sz="4250" spc="185" b="1">
                <a:latin typeface="Arial"/>
                <a:cs typeface="Arial"/>
              </a:rPr>
              <a:t>the  </a:t>
            </a:r>
            <a:r>
              <a:rPr dirty="0" sz="4250" spc="155" b="1">
                <a:latin typeface="Arial"/>
                <a:cs typeface="Arial"/>
              </a:rPr>
              <a:t>leftover </a:t>
            </a:r>
            <a:r>
              <a:rPr dirty="0" sz="4250" spc="125" b="1">
                <a:latin typeface="Arial"/>
                <a:cs typeface="Arial"/>
              </a:rPr>
              <a:t>food </a:t>
            </a:r>
            <a:r>
              <a:rPr dirty="0" sz="4250" spc="150" b="1">
                <a:latin typeface="Arial"/>
                <a:cs typeface="Arial"/>
              </a:rPr>
              <a:t>from </a:t>
            </a:r>
            <a:r>
              <a:rPr dirty="0" sz="4250" spc="80" b="1">
                <a:latin typeface="Arial"/>
                <a:cs typeface="Arial"/>
              </a:rPr>
              <a:t>hotels </a:t>
            </a:r>
            <a:r>
              <a:rPr dirty="0" sz="4250" spc="65" b="1">
                <a:latin typeface="Arial"/>
                <a:cs typeface="Arial"/>
              </a:rPr>
              <a:t>,restaurants </a:t>
            </a:r>
            <a:r>
              <a:rPr dirty="0" sz="4250" spc="90" b="1">
                <a:latin typeface="Arial"/>
                <a:cs typeface="Arial"/>
              </a:rPr>
              <a:t>and </a:t>
            </a:r>
            <a:r>
              <a:rPr dirty="0" sz="4250" spc="25" b="1">
                <a:latin typeface="Arial"/>
                <a:cs typeface="Arial"/>
              </a:rPr>
              <a:t>marriages </a:t>
            </a:r>
            <a:r>
              <a:rPr dirty="0" sz="4250" spc="210" b="1">
                <a:latin typeface="Arial"/>
                <a:cs typeface="Arial"/>
              </a:rPr>
              <a:t>to </a:t>
            </a:r>
            <a:r>
              <a:rPr dirty="0" sz="4250" spc="114" b="1">
                <a:latin typeface="Arial"/>
                <a:cs typeface="Arial"/>
              </a:rPr>
              <a:t>distribute  </a:t>
            </a:r>
            <a:r>
              <a:rPr dirty="0" sz="4250" spc="30" b="1">
                <a:latin typeface="Arial"/>
                <a:cs typeface="Arial"/>
              </a:rPr>
              <a:t>among </a:t>
            </a:r>
            <a:r>
              <a:rPr dirty="0" sz="4250" spc="75" b="1">
                <a:latin typeface="Arial"/>
                <a:cs typeface="Arial"/>
              </a:rPr>
              <a:t>those </a:t>
            </a:r>
            <a:r>
              <a:rPr dirty="0" sz="4250" spc="65" b="1">
                <a:latin typeface="Arial"/>
                <a:cs typeface="Arial"/>
              </a:rPr>
              <a:t>in </a:t>
            </a:r>
            <a:r>
              <a:rPr dirty="0" sz="4250" spc="90" b="1">
                <a:latin typeface="Arial"/>
                <a:cs typeface="Arial"/>
              </a:rPr>
              <a:t>need. </a:t>
            </a:r>
            <a:r>
              <a:rPr dirty="0" sz="4250" spc="-40" b="1">
                <a:latin typeface="Arial"/>
                <a:cs typeface="Arial"/>
              </a:rPr>
              <a:t>NGOs </a:t>
            </a:r>
            <a:r>
              <a:rPr dirty="0" sz="4250" spc="210" b="1">
                <a:latin typeface="Arial"/>
                <a:cs typeface="Arial"/>
              </a:rPr>
              <a:t>that </a:t>
            </a:r>
            <a:r>
              <a:rPr dirty="0" sz="4250" spc="100" b="1">
                <a:latin typeface="Arial"/>
                <a:cs typeface="Arial"/>
              </a:rPr>
              <a:t>are </a:t>
            </a:r>
            <a:r>
              <a:rPr dirty="0" sz="4250" spc="55" b="1">
                <a:latin typeface="Arial"/>
                <a:cs typeface="Arial"/>
              </a:rPr>
              <a:t>helping </a:t>
            </a:r>
            <a:r>
              <a:rPr dirty="0" sz="4250" spc="100" b="1">
                <a:latin typeface="Arial"/>
                <a:cs typeface="Arial"/>
              </a:rPr>
              <a:t>poor </a:t>
            </a:r>
            <a:r>
              <a:rPr dirty="0" sz="4250" spc="75" b="1">
                <a:latin typeface="Arial"/>
                <a:cs typeface="Arial"/>
              </a:rPr>
              <a:t>communities </a:t>
            </a:r>
            <a:r>
              <a:rPr dirty="0" sz="4250" spc="210" b="1">
                <a:latin typeface="Arial"/>
                <a:cs typeface="Arial"/>
              </a:rPr>
              <a:t>to  </a:t>
            </a:r>
            <a:r>
              <a:rPr dirty="0" sz="4250" spc="190" b="1">
                <a:latin typeface="Arial"/>
                <a:cs typeface="Arial"/>
              </a:rPr>
              <a:t>battle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15" b="1">
                <a:latin typeface="Arial"/>
                <a:cs typeface="Arial"/>
              </a:rPr>
              <a:t>against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95" b="1">
                <a:latin typeface="Arial"/>
                <a:cs typeface="Arial"/>
              </a:rPr>
              <a:t>starvation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-235" b="1">
                <a:latin typeface="Arial"/>
                <a:cs typeface="Arial"/>
              </a:rPr>
              <a:t>&amp;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130" b="1">
                <a:latin typeface="Arial"/>
                <a:cs typeface="Arial"/>
              </a:rPr>
              <a:t>malnutrition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40" b="1">
                <a:latin typeface="Arial"/>
                <a:cs typeface="Arial"/>
              </a:rPr>
              <a:t>can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20" b="1">
                <a:latin typeface="Arial"/>
                <a:cs typeface="Arial"/>
              </a:rPr>
              <a:t>raise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50" b="1">
                <a:latin typeface="Arial"/>
                <a:cs typeface="Arial"/>
              </a:rPr>
              <a:t>a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95" b="1">
                <a:latin typeface="Arial"/>
                <a:cs typeface="Arial"/>
              </a:rPr>
              <a:t>request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145" b="1">
                <a:latin typeface="Arial"/>
                <a:cs typeface="Arial"/>
              </a:rPr>
              <a:t>for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125" b="1">
                <a:latin typeface="Arial"/>
                <a:cs typeface="Arial"/>
              </a:rPr>
              <a:t>food  </a:t>
            </a:r>
            <a:r>
              <a:rPr dirty="0" sz="4250" spc="50" b="1">
                <a:latin typeface="Arial"/>
                <a:cs typeface="Arial"/>
              </a:rPr>
              <a:t>supply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150" b="1">
                <a:latin typeface="Arial"/>
                <a:cs typeface="Arial"/>
              </a:rPr>
              <a:t>from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75" b="1">
                <a:latin typeface="Arial"/>
                <a:cs typeface="Arial"/>
              </a:rPr>
              <a:t>restaurants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80" b="1">
                <a:latin typeface="Arial"/>
                <a:cs typeface="Arial"/>
              </a:rPr>
              <a:t>through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55" b="1">
                <a:latin typeface="Arial"/>
                <a:cs typeface="Arial"/>
              </a:rPr>
              <a:t>this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90" b="1">
                <a:latin typeface="Arial"/>
                <a:cs typeface="Arial"/>
              </a:rPr>
              <a:t>application.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50" b="1">
                <a:latin typeface="Arial"/>
                <a:cs typeface="Arial"/>
              </a:rPr>
              <a:t>Once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185" b="1">
                <a:latin typeface="Arial"/>
                <a:cs typeface="Arial"/>
              </a:rPr>
              <a:t>the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95" b="1">
                <a:latin typeface="Arial"/>
                <a:cs typeface="Arial"/>
              </a:rPr>
              <a:t>request  </a:t>
            </a:r>
            <a:r>
              <a:rPr dirty="0" sz="4250" spc="-105" b="1">
                <a:latin typeface="Arial"/>
                <a:cs typeface="Arial"/>
              </a:rPr>
              <a:t>is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100" b="1">
                <a:latin typeface="Arial"/>
                <a:cs typeface="Arial"/>
              </a:rPr>
              <a:t>accepted,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185" b="1">
                <a:latin typeface="Arial"/>
                <a:cs typeface="Arial"/>
              </a:rPr>
              <a:t>the</a:t>
            </a:r>
            <a:r>
              <a:rPr dirty="0" sz="4250" spc="-170" b="1">
                <a:latin typeface="Arial"/>
                <a:cs typeface="Arial"/>
              </a:rPr>
              <a:t> </a:t>
            </a:r>
            <a:r>
              <a:rPr dirty="0" sz="4250" spc="-40" b="1">
                <a:latin typeface="Arial"/>
                <a:cs typeface="Arial"/>
              </a:rPr>
              <a:t>NGOs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40" b="1">
                <a:latin typeface="Arial"/>
                <a:cs typeface="Arial"/>
              </a:rPr>
              <a:t>can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110" b="1">
                <a:latin typeface="Arial"/>
                <a:cs typeface="Arial"/>
              </a:rPr>
              <a:t>collect</a:t>
            </a:r>
            <a:r>
              <a:rPr dirty="0" sz="4250" spc="-170" b="1">
                <a:latin typeface="Arial"/>
                <a:cs typeface="Arial"/>
              </a:rPr>
              <a:t> </a:t>
            </a:r>
            <a:r>
              <a:rPr dirty="0" sz="4250" spc="185" b="1">
                <a:latin typeface="Arial"/>
                <a:cs typeface="Arial"/>
              </a:rPr>
              <a:t>the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125" b="1">
                <a:latin typeface="Arial"/>
                <a:cs typeface="Arial"/>
              </a:rPr>
              <a:t>food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150" b="1">
                <a:latin typeface="Arial"/>
                <a:cs typeface="Arial"/>
              </a:rPr>
              <a:t>from</a:t>
            </a:r>
            <a:r>
              <a:rPr dirty="0" sz="4250" spc="-170" b="1">
                <a:latin typeface="Arial"/>
                <a:cs typeface="Arial"/>
              </a:rPr>
              <a:t> </a:t>
            </a:r>
            <a:r>
              <a:rPr dirty="0" sz="4250" spc="185" b="1">
                <a:latin typeface="Arial"/>
                <a:cs typeface="Arial"/>
              </a:rPr>
              <a:t>the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75" b="1">
                <a:latin typeface="Arial"/>
                <a:cs typeface="Arial"/>
              </a:rPr>
              <a:t>restaurants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90" b="1">
                <a:latin typeface="Arial"/>
                <a:cs typeface="Arial"/>
              </a:rPr>
              <a:t>and  </a:t>
            </a:r>
            <a:r>
              <a:rPr dirty="0" sz="4250" spc="60" b="1">
                <a:latin typeface="Arial"/>
                <a:cs typeface="Arial"/>
              </a:rPr>
              <a:t>marriage </a:t>
            </a:r>
            <a:r>
              <a:rPr dirty="0" sz="4250" spc="50" b="1">
                <a:latin typeface="Arial"/>
                <a:cs typeface="Arial"/>
              </a:rPr>
              <a:t>garden </a:t>
            </a:r>
            <a:r>
              <a:rPr dirty="0" sz="4250" spc="145" b="1">
                <a:latin typeface="Arial"/>
                <a:cs typeface="Arial"/>
              </a:rPr>
              <a:t>for </a:t>
            </a:r>
            <a:r>
              <a:rPr dirty="0" sz="4250" spc="50" b="1">
                <a:latin typeface="Arial"/>
                <a:cs typeface="Arial"/>
              </a:rPr>
              <a:t>its </a:t>
            </a:r>
            <a:r>
              <a:rPr dirty="0" sz="4250" spc="90" b="1">
                <a:latin typeface="Arial"/>
                <a:cs typeface="Arial"/>
              </a:rPr>
              <a:t>distribution. </a:t>
            </a:r>
            <a:r>
              <a:rPr dirty="0" sz="4250" spc="145" b="1">
                <a:latin typeface="Arial"/>
                <a:cs typeface="Arial"/>
              </a:rPr>
              <a:t>In </a:t>
            </a:r>
            <a:r>
              <a:rPr dirty="0" sz="4250" spc="55" b="1">
                <a:latin typeface="Arial"/>
                <a:cs typeface="Arial"/>
              </a:rPr>
              <a:t>this </a:t>
            </a:r>
            <a:r>
              <a:rPr dirty="0" sz="4250" spc="60" b="1">
                <a:latin typeface="Arial"/>
                <a:cs typeface="Arial"/>
              </a:rPr>
              <a:t>way </a:t>
            </a:r>
            <a:r>
              <a:rPr dirty="0" sz="4250" spc="55" b="1">
                <a:latin typeface="Arial"/>
                <a:cs typeface="Arial"/>
              </a:rPr>
              <a:t>this </a:t>
            </a:r>
            <a:r>
              <a:rPr dirty="0" sz="4250" spc="125" b="1">
                <a:latin typeface="Arial"/>
                <a:cs typeface="Arial"/>
              </a:rPr>
              <a:t>food </a:t>
            </a:r>
            <a:r>
              <a:rPr dirty="0" sz="4250" spc="60" b="1">
                <a:latin typeface="Arial"/>
                <a:cs typeface="Arial"/>
              </a:rPr>
              <a:t>waste  </a:t>
            </a:r>
            <a:r>
              <a:rPr dirty="0" sz="4250" spc="100" b="1">
                <a:latin typeface="Arial"/>
                <a:cs typeface="Arial"/>
              </a:rPr>
              <a:t>management </a:t>
            </a:r>
            <a:r>
              <a:rPr dirty="0" sz="4250" spc="40" b="1">
                <a:latin typeface="Arial"/>
                <a:cs typeface="Arial"/>
              </a:rPr>
              <a:t>system </a:t>
            </a:r>
            <a:r>
              <a:rPr dirty="0" sz="4250" spc="85" b="1">
                <a:latin typeface="Arial"/>
                <a:cs typeface="Arial"/>
              </a:rPr>
              <a:t>will </a:t>
            </a:r>
            <a:r>
              <a:rPr dirty="0" sz="4250" spc="120" b="1">
                <a:latin typeface="Arial"/>
                <a:cs typeface="Arial"/>
              </a:rPr>
              <a:t>help </a:t>
            </a:r>
            <a:r>
              <a:rPr dirty="0" sz="4250" spc="75" b="1">
                <a:latin typeface="Arial"/>
                <a:cs typeface="Arial"/>
              </a:rPr>
              <a:t>restaurants </a:t>
            </a:r>
            <a:r>
              <a:rPr dirty="0" sz="4250" spc="90" b="1">
                <a:latin typeface="Arial"/>
                <a:cs typeface="Arial"/>
              </a:rPr>
              <a:t>and </a:t>
            </a:r>
            <a:r>
              <a:rPr dirty="0" sz="4250" spc="60" b="1">
                <a:latin typeface="Arial"/>
                <a:cs typeface="Arial"/>
              </a:rPr>
              <a:t>marriage </a:t>
            </a:r>
            <a:r>
              <a:rPr dirty="0" sz="4250" spc="210" b="1">
                <a:latin typeface="Arial"/>
                <a:cs typeface="Arial"/>
              </a:rPr>
              <a:t>to </a:t>
            </a:r>
            <a:r>
              <a:rPr dirty="0" sz="4250" spc="95" b="1">
                <a:latin typeface="Arial"/>
                <a:cs typeface="Arial"/>
              </a:rPr>
              <a:t>reduce  </a:t>
            </a:r>
            <a:r>
              <a:rPr dirty="0" sz="4250" spc="125" b="1">
                <a:latin typeface="Arial"/>
                <a:cs typeface="Arial"/>
              </a:rPr>
              <a:t>food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60" b="1">
                <a:latin typeface="Arial"/>
                <a:cs typeface="Arial"/>
              </a:rPr>
              <a:t>waste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90" b="1">
                <a:latin typeface="Arial"/>
                <a:cs typeface="Arial"/>
              </a:rPr>
              <a:t>and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85" b="1">
                <a:latin typeface="Arial"/>
                <a:cs typeface="Arial"/>
              </a:rPr>
              <a:t>will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120" b="1">
                <a:latin typeface="Arial"/>
                <a:cs typeface="Arial"/>
              </a:rPr>
              <a:t>help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65" b="1">
                <a:latin typeface="Arial"/>
                <a:cs typeface="Arial"/>
              </a:rPr>
              <a:t>in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75" b="1">
                <a:latin typeface="Arial"/>
                <a:cs typeface="Arial"/>
              </a:rPr>
              <a:t>feeding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185" b="1">
                <a:latin typeface="Arial"/>
                <a:cs typeface="Arial"/>
              </a:rPr>
              <a:t>the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100" b="1">
                <a:latin typeface="Arial"/>
                <a:cs typeface="Arial"/>
              </a:rPr>
              <a:t>poor</a:t>
            </a:r>
            <a:r>
              <a:rPr dirty="0" sz="4250" spc="-175" b="1">
                <a:latin typeface="Arial"/>
                <a:cs typeface="Arial"/>
              </a:rPr>
              <a:t> </a:t>
            </a:r>
            <a:r>
              <a:rPr dirty="0" sz="4250" spc="90" b="1">
                <a:latin typeface="Arial"/>
                <a:cs typeface="Arial"/>
              </a:rPr>
              <a:t>and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110" b="1">
                <a:latin typeface="Arial"/>
                <a:cs typeface="Arial"/>
              </a:rPr>
              <a:t>needy</a:t>
            </a:r>
            <a:r>
              <a:rPr dirty="0" sz="4250" spc="-180" b="1">
                <a:latin typeface="Arial"/>
                <a:cs typeface="Arial"/>
              </a:rPr>
              <a:t> </a:t>
            </a:r>
            <a:r>
              <a:rPr dirty="0" sz="4250" spc="100" b="1">
                <a:latin typeface="Arial"/>
                <a:cs typeface="Arial"/>
              </a:rPr>
              <a:t>people.</a:t>
            </a:r>
            <a:endParaRPr sz="4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64620" y="4222564"/>
            <a:ext cx="7432675" cy="1427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200" spc="25">
                <a:solidFill>
                  <a:srgbClr val="FFFFFF"/>
                </a:solidFill>
              </a:rPr>
              <a:t>Thank</a:t>
            </a:r>
            <a:r>
              <a:rPr dirty="0" sz="9200" spc="-459">
                <a:solidFill>
                  <a:srgbClr val="FFFFFF"/>
                </a:solidFill>
              </a:rPr>
              <a:t> </a:t>
            </a:r>
            <a:r>
              <a:rPr dirty="0" sz="9200" spc="-110">
                <a:solidFill>
                  <a:srgbClr val="FFFFFF"/>
                </a:solidFill>
              </a:rPr>
              <a:t>You!!!!</a:t>
            </a:r>
            <a:endParaRPr sz="9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SHAIKH FARDEEN</dc:creator>
  <cp:keywords>DAFW7LjHRqk,BAFPCCZ4-0U</cp:keywords>
  <dc:title>Connect with Grainy and</dc:title>
  <dcterms:created xsi:type="dcterms:W3CDTF">2023-01-10T17:27:50Z</dcterms:created>
  <dcterms:modified xsi:type="dcterms:W3CDTF">2023-01-10T17:27:50Z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2023-01-07T00:00:00Z</vt:filetime>
  </property>
  <property fmtid="{D5CDD505-2E9C-101B-9397-08002B2CF9AE}" pid="3" name="Creator">
    <vt:lpwstr>Canva</vt:lpwstr>
  </property>
  <property fmtid="{D5CDD505-2E9C-101B-9397-08002B2CF9AE}" pid="4" name="LastSaved">
    <vt:filetime>2023-01-10T00:00:00Z</vt:filetime>
  </property>
</Properties>
</file>